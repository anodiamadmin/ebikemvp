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  <p:sldId id="268" r:id="rId4"/>
    <p:sldId id="269" r:id="rId5"/>
    <p:sldId id="27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89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0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45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61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84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92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902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4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9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62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7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69D2D-95EA-45A1-AE7B-F4EE687D63C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2D59A-51C4-40E9-8EA7-E5EAE4F4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967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1961-505F-FE9C-AD19-C2CD4773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E-Bike Owner KYC Workflow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82AF-FBB2-ECB1-40FA-4C3DC864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8747"/>
            <a:ext cx="10515600" cy="32674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Legal Compliance</a:t>
            </a:r>
          </a:p>
          <a:p>
            <a:pPr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Verified Listings</a:t>
            </a:r>
          </a:p>
          <a:p>
            <a:pPr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Fraud protection</a:t>
            </a:r>
          </a:p>
          <a:p>
            <a:pPr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IN" dirty="0"/>
              <a:t>Asset Safety</a:t>
            </a:r>
          </a:p>
        </p:txBody>
      </p:sp>
    </p:spTree>
    <p:extLst>
      <p:ext uri="{BB962C8B-B14F-4D97-AF65-F5344CB8AC3E}">
        <p14:creationId xmlns:p14="http://schemas.microsoft.com/office/powerpoint/2010/main" val="130033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883D8-2DCA-9192-F8EC-F22255AC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F06A-AA3F-0FC1-D02A-AE4FBCF1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Unverified User’s Dashboard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923C9-B2C0-DCB2-6747-32AFBB419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481" y="1659604"/>
            <a:ext cx="2754485" cy="47510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6370723-DC93-7268-66AF-65B498113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119" y="1659603"/>
            <a:ext cx="2651736" cy="47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79AB-4532-19F0-3933-5AF41106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1F9E-D0EB-C934-2F83-FD0118AA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Identity Verification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EF0F3-4C12-9C33-A973-FAED56963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73" y="1506860"/>
            <a:ext cx="2931937" cy="5054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C763E8-425E-4C10-94EC-EF95BE78A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29" y="1678799"/>
            <a:ext cx="2825305" cy="4871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B5702-B585-7F69-D3DA-A53962F1B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291" y="1661879"/>
            <a:ext cx="2721426" cy="487100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05202FB-F72B-40FF-11D2-FD73BC8A7A51}"/>
              </a:ext>
            </a:extLst>
          </p:cNvPr>
          <p:cNvSpPr/>
          <p:nvPr/>
        </p:nvSpPr>
        <p:spPr>
          <a:xfrm>
            <a:off x="4503174" y="3628103"/>
            <a:ext cx="648929" cy="57027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3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A1DC4-F9C1-B450-9040-591CF834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5DD4-AF4C-4E53-62BD-775E087A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 Card &amp; Selfie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B26AE3-E1AD-58CC-65B3-84C785A0A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762" y="1682545"/>
            <a:ext cx="2731091" cy="4787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916CF7-D741-1F63-1BDA-7EFC3F0FC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381" y="1682546"/>
            <a:ext cx="2705742" cy="478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6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FCBE-23F3-3552-C565-5A7DEB64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3591-AA45-B9D9-9FFE-C13EE55F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Verified Profile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768D14-E2F7-3637-B002-84FE8B019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325" y="1832588"/>
            <a:ext cx="2631445" cy="4682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A16177-E7DB-793D-710A-076B626CC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30" y="1832588"/>
            <a:ext cx="2631445" cy="46767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21C644-9A46-1626-921A-8F0BF58EF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493" y="1806890"/>
            <a:ext cx="2631445" cy="472819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BC7EBD36-33B5-C07F-501B-CFC3F70961F1}"/>
              </a:ext>
            </a:extLst>
          </p:cNvPr>
          <p:cNvSpPr/>
          <p:nvPr/>
        </p:nvSpPr>
        <p:spPr>
          <a:xfrm>
            <a:off x="4162178" y="3885850"/>
            <a:ext cx="648929" cy="57027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89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23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E-Bike Owner KYC Workflow</vt:lpstr>
      <vt:lpstr>Unverified User’s Dashboard</vt:lpstr>
      <vt:lpstr>Identity Verification</vt:lpstr>
      <vt:lpstr>ID Card &amp; Selfie</vt:lpstr>
      <vt:lpstr>Verified 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sayanb0978@gmail.com</dc:creator>
  <cp:lastModifiedBy>sayanb0978@gmail.com</cp:lastModifiedBy>
  <cp:revision>1</cp:revision>
  <dcterms:created xsi:type="dcterms:W3CDTF">2025-12-16T16:41:15Z</dcterms:created>
  <dcterms:modified xsi:type="dcterms:W3CDTF">2025-12-16T17:16:14Z</dcterms:modified>
</cp:coreProperties>
</file>